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FA600-8B9F-41F7-A1BE-97560674968E}" v="2" dt="2025-10-27T11:02:05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103" d="100"/>
          <a:sy n="103" d="100"/>
        </p:scale>
        <p:origin x="49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D5D420DE-923A-48C3-8C9D-6EE2B77A9274}"/>
    <pc:docChg chg="custSel modSld">
      <pc:chgData name="Saikat Baul" userId="dae859d7-ea3e-4a5d-83a1-d953f3940120" providerId="ADAL" clId="{D5D420DE-923A-48C3-8C9D-6EE2B77A9274}" dt="2025-10-27T11:02:39.600" v="4" actId="14100"/>
      <pc:docMkLst>
        <pc:docMk/>
      </pc:docMkLst>
      <pc:sldChg chg="addSp delSp modSp mod">
        <pc:chgData name="Saikat Baul" userId="dae859d7-ea3e-4a5d-83a1-d953f3940120" providerId="ADAL" clId="{D5D420DE-923A-48C3-8C9D-6EE2B77A9274}" dt="2025-10-27T11:02:05.594" v="3"/>
        <pc:sldMkLst>
          <pc:docMk/>
          <pc:sldMk cId="2664565021" sldId="256"/>
        </pc:sldMkLst>
        <pc:spChg chg="del">
          <ac:chgData name="Saikat Baul" userId="dae859d7-ea3e-4a5d-83a1-d953f3940120" providerId="ADAL" clId="{D5D420DE-923A-48C3-8C9D-6EE2B77A9274}" dt="2025-10-27T11:01:24.451" v="0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Saikat Baul" userId="dae859d7-ea3e-4a5d-83a1-d953f3940120" providerId="ADAL" clId="{D5D420DE-923A-48C3-8C9D-6EE2B77A9274}" dt="2025-10-27T11:02:05.594" v="3"/>
          <ac:spMkLst>
            <pc:docMk/>
            <pc:sldMk cId="2664565021" sldId="256"/>
            <ac:spMk id="6" creationId="{E3A163B7-EDDD-D285-1B42-2128F180FC9A}"/>
          </ac:spMkLst>
        </pc:spChg>
        <pc:spChg chg="del">
          <ac:chgData name="Saikat Baul" userId="dae859d7-ea3e-4a5d-83a1-d953f3940120" providerId="ADAL" clId="{D5D420DE-923A-48C3-8C9D-6EE2B77A9274}" dt="2025-10-27T11:01:27.068" v="1" actId="478"/>
          <ac:spMkLst>
            <pc:docMk/>
            <pc:sldMk cId="2664565021" sldId="256"/>
            <ac:spMk id="24" creationId="{C2082529-78D7-4EA7-BFF9-A1D1F62040C8}"/>
          </ac:spMkLst>
        </pc:spChg>
        <pc:grpChg chg="add mod">
          <ac:chgData name="Saikat Baul" userId="dae859d7-ea3e-4a5d-83a1-d953f3940120" providerId="ADAL" clId="{D5D420DE-923A-48C3-8C9D-6EE2B77A9274}" dt="2025-10-27T11:02:05.594" v="3"/>
          <ac:grpSpMkLst>
            <pc:docMk/>
            <pc:sldMk cId="2664565021" sldId="256"/>
            <ac:grpSpMk id="5" creationId="{B5843732-EFBE-5F25-0A4E-2C5D309268DE}"/>
          </ac:grpSpMkLst>
        </pc:grpChg>
        <pc:picChg chg="del">
          <ac:chgData name="Saikat Baul" userId="dae859d7-ea3e-4a5d-83a1-d953f3940120" providerId="ADAL" clId="{D5D420DE-923A-48C3-8C9D-6EE2B77A9274}" dt="2025-10-27T11:01:29.540" v="2" actId="478"/>
          <ac:picMkLst>
            <pc:docMk/>
            <pc:sldMk cId="2664565021" sldId="256"/>
            <ac:picMk id="2" creationId="{344270E6-900A-ECC5-70F8-9779BC90F146}"/>
          </ac:picMkLst>
        </pc:picChg>
        <pc:picChg chg="mod">
          <ac:chgData name="Saikat Baul" userId="dae859d7-ea3e-4a5d-83a1-d953f3940120" providerId="ADAL" clId="{D5D420DE-923A-48C3-8C9D-6EE2B77A9274}" dt="2025-10-27T11:02:05.594" v="3"/>
          <ac:picMkLst>
            <pc:docMk/>
            <pc:sldMk cId="2664565021" sldId="256"/>
            <ac:picMk id="7" creationId="{7F57A026-39D6-570E-0448-375FA38EB02E}"/>
          </ac:picMkLst>
        </pc:picChg>
      </pc:sldChg>
      <pc:sldChg chg="modSp mod">
        <pc:chgData name="Saikat Baul" userId="dae859d7-ea3e-4a5d-83a1-d953f3940120" providerId="ADAL" clId="{D5D420DE-923A-48C3-8C9D-6EE2B77A9274}" dt="2025-10-27T11:02:39.600" v="4" actId="14100"/>
        <pc:sldMkLst>
          <pc:docMk/>
          <pc:sldMk cId="2980895392" sldId="312"/>
        </pc:sldMkLst>
        <pc:spChg chg="mod">
          <ac:chgData name="Saikat Baul" userId="dae859d7-ea3e-4a5d-83a1-d953f3940120" providerId="ADAL" clId="{D5D420DE-923A-48C3-8C9D-6EE2B77A9274}" dt="2025-10-27T11:02:39.600" v="4" actId="14100"/>
          <ac:spMkLst>
            <pc:docMk/>
            <pc:sldMk cId="2980895392" sldId="312"/>
            <ac:spMk id="5" creationId="{00000000-0000-0000-0000-000000000000}"/>
          </ac:spMkLst>
        </pc:spChg>
      </pc:sldChg>
    </pc:docChg>
  </pc:docChgLst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5843732-EFBE-5F25-0A4E-2C5D309268DE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E3A163B7-EDDD-D285-1B42-2128F180FC9A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7F57A026-39D6-570E-0448-375FA38EB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1013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9E5A6124B89544BE241051D903E6FA" ma:contentTypeVersion="0" ma:contentTypeDescription="Create a new document." ma:contentTypeScope="" ma:versionID="86a234602b49f59b50d378f5a405689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6B4578-0F2A-461D-A526-417B9012EFEC}"/>
</file>

<file path=customXml/itemProps2.xml><?xml version="1.0" encoding="utf-8"?>
<ds:datastoreItem xmlns:ds="http://schemas.openxmlformats.org/officeDocument/2006/customXml" ds:itemID="{0EC89275-30FC-44A7-BDDF-2D11993DDB4B}"/>
</file>

<file path=customXml/itemProps3.xml><?xml version="1.0" encoding="utf-8"?>
<ds:datastoreItem xmlns:ds="http://schemas.openxmlformats.org/officeDocument/2006/customXml" ds:itemID="{37BD19D0-6B1A-4C76-81D6-2E4AF88C52C3}"/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1104</Words>
  <Application>Microsoft Office PowerPoint</Application>
  <PresentationFormat>Widescreen</PresentationFormat>
  <Paragraphs>130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Saikat Baul</cp:lastModifiedBy>
  <cp:revision>49</cp:revision>
  <dcterms:created xsi:type="dcterms:W3CDTF">2019-05-13T08:37:20Z</dcterms:created>
  <dcterms:modified xsi:type="dcterms:W3CDTF">2025-10-27T11:02:41Z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0x010100299E5A6124B89544BE241051D903E6FA</vt:lpwstr>
  </property>
</Properties>
</file>