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E280D-7930-4CB7-908E-13E3C9815287}" v="77" dt="2025-10-19T11:02:21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D5D420DE-923A-48C3-8C9D-6EE2B77A9274}"/>
    <pc:docChg chg="modSld">
      <pc:chgData name="Saikat Baul" userId="dae859d7-ea3e-4a5d-83a1-d953f3940120" providerId="ADAL" clId="{D5D420DE-923A-48C3-8C9D-6EE2B77A9274}" dt="2025-10-19T11:02:28.803" v="77" actId="1076"/>
      <pc:docMkLst>
        <pc:docMk/>
      </pc:docMkLst>
      <pc:sldChg chg="addSp delSp modSp mod">
        <pc:chgData name="Saikat Baul" userId="dae859d7-ea3e-4a5d-83a1-d953f3940120" providerId="ADAL" clId="{D5D420DE-923A-48C3-8C9D-6EE2B77A9274}" dt="2025-10-19T11:02:28.803" v="77" actId="1076"/>
        <pc:sldMkLst>
          <pc:docMk/>
          <pc:sldMk cId="2664565021" sldId="291"/>
        </pc:sldMkLst>
        <pc:spChg chg="del">
          <ac:chgData name="Saikat Baul" userId="dae859d7-ea3e-4a5d-83a1-d953f3940120" providerId="ADAL" clId="{D5D420DE-923A-48C3-8C9D-6EE2B77A9274}" dt="2025-10-19T10:58:59.974" v="0" actId="478"/>
          <ac:spMkLst>
            <pc:docMk/>
            <pc:sldMk cId="2664565021" sldId="291"/>
            <ac:spMk id="5" creationId="{A7471D76-0639-7290-13D7-917D3AE9FE44}"/>
          </ac:spMkLst>
        </pc:spChg>
        <pc:spChg chg="mod">
          <ac:chgData name="Saikat Baul" userId="dae859d7-ea3e-4a5d-83a1-d953f3940120" providerId="ADAL" clId="{D5D420DE-923A-48C3-8C9D-6EE2B77A9274}" dt="2025-10-19T10:59:49.562" v="75" actId="1035"/>
          <ac:spMkLst>
            <pc:docMk/>
            <pc:sldMk cId="2664565021" sldId="291"/>
            <ac:spMk id="6" creationId="{3DCA6140-51C9-DA6C-04F4-89840793070A}"/>
          </ac:spMkLst>
        </pc:spChg>
        <pc:spChg chg="del">
          <ac:chgData name="Saikat Baul" userId="dae859d7-ea3e-4a5d-83a1-d953f3940120" providerId="ADAL" clId="{D5D420DE-923A-48C3-8C9D-6EE2B77A9274}" dt="2025-10-19T10:58:59.974" v="0" actId="478"/>
          <ac:spMkLst>
            <pc:docMk/>
            <pc:sldMk cId="2664565021" sldId="291"/>
            <ac:spMk id="24" creationId="{C2082529-78D7-4EA7-BFF9-A1D1F62040C8}"/>
          </ac:spMkLst>
        </pc:spChg>
        <pc:grpChg chg="add mod">
          <ac:chgData name="Saikat Baul" userId="dae859d7-ea3e-4a5d-83a1-d953f3940120" providerId="ADAL" clId="{D5D420DE-923A-48C3-8C9D-6EE2B77A9274}" dt="2025-10-19T10:59:49.562" v="75" actId="1035"/>
          <ac:grpSpMkLst>
            <pc:docMk/>
            <pc:sldMk cId="2664565021" sldId="291"/>
            <ac:grpSpMk id="2" creationId="{BEC3D8CB-D0E7-4713-7ECB-E7724472BA0D}"/>
          </ac:grpSpMkLst>
        </pc:grpChg>
        <pc:picChg chg="del">
          <ac:chgData name="Saikat Baul" userId="dae859d7-ea3e-4a5d-83a1-d953f3940120" providerId="ADAL" clId="{D5D420DE-923A-48C3-8C9D-6EE2B77A9274}" dt="2025-10-19T10:58:59.974" v="0" actId="478"/>
          <ac:picMkLst>
            <pc:docMk/>
            <pc:sldMk cId="2664565021" sldId="291"/>
            <ac:picMk id="4" creationId="{D41DF543-9E14-C600-58F9-C406E479824F}"/>
          </ac:picMkLst>
        </pc:picChg>
        <pc:picChg chg="mod">
          <ac:chgData name="Saikat Baul" userId="dae859d7-ea3e-4a5d-83a1-d953f3940120" providerId="ADAL" clId="{D5D420DE-923A-48C3-8C9D-6EE2B77A9274}" dt="2025-10-19T10:59:49.562" v="75" actId="1035"/>
          <ac:picMkLst>
            <pc:docMk/>
            <pc:sldMk cId="2664565021" sldId="291"/>
            <ac:picMk id="7" creationId="{DA50B068-621D-9B42-3E0C-AA7379DE7EFD}"/>
          </ac:picMkLst>
        </pc:picChg>
        <pc:cxnChg chg="add mod">
          <ac:chgData name="Saikat Baul" userId="dae859d7-ea3e-4a5d-83a1-d953f3940120" providerId="ADAL" clId="{D5D420DE-923A-48C3-8C9D-6EE2B77A9274}" dt="2025-10-19T11:02:28.803" v="77" actId="1076"/>
          <ac:cxnSpMkLst>
            <pc:docMk/>
            <pc:sldMk cId="2664565021" sldId="291"/>
            <ac:cxnSpMk id="4" creationId="{9268D11F-A0D6-E2ED-5178-935B76C3A526}"/>
          </ac:cxnSpMkLst>
        </pc:cxnChg>
        <pc:cxnChg chg="del">
          <ac:chgData name="Saikat Baul" userId="dae859d7-ea3e-4a5d-83a1-d953f3940120" providerId="ADAL" clId="{D5D420DE-923A-48C3-8C9D-6EE2B77A9274}" dt="2025-10-19T10:58:59.974" v="0" actId="478"/>
          <ac:cxnSpMkLst>
            <pc:docMk/>
            <pc:sldMk cId="2664565021" sldId="291"/>
            <ac:cxnSpMk id="29" creationId="{E6E5F233-5F84-472A-B835-11475F02A79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D8CB-D0E7-4713-7ECB-E7724472BA0D}"/>
              </a:ext>
            </a:extLst>
          </p:cNvPr>
          <p:cNvGrpSpPr/>
          <p:nvPr/>
        </p:nvGrpSpPr>
        <p:grpSpPr>
          <a:xfrm>
            <a:off x="3356942" y="3891127"/>
            <a:ext cx="5500453" cy="1696591"/>
            <a:chOff x="6208947" y="4672800"/>
            <a:chExt cx="550045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DCA6140-51C9-DA6C-04F4-89840793070A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DA50B068-621D-9B42-3E0C-AA7379DE7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894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68D11F-A0D6-E2ED-5178-935B76C3A526}"/>
              </a:ext>
            </a:extLst>
          </p:cNvPr>
          <p:cNvCxnSpPr/>
          <p:nvPr/>
        </p:nvCxnSpPr>
        <p:spPr>
          <a:xfrm>
            <a:off x="3282879" y="293284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9E5A6124B89544BE241051D903E6FA" ma:contentTypeVersion="3" ma:contentTypeDescription="Create a new document." ma:contentTypeScope="" ma:versionID="49103e8de7a8c7cd036714da0db0fbfd">
  <xsd:schema xmlns:xsd="http://www.w3.org/2001/XMLSchema" xmlns:xs="http://www.w3.org/2001/XMLSchema" xmlns:p="http://schemas.microsoft.com/office/2006/metadata/properties" xmlns:ns2="ba2972b8-b5ba-4e3a-b817-e1c050422641" targetNamespace="http://schemas.microsoft.com/office/2006/metadata/properties" ma:root="true" ma:fieldsID="d94ac3fbc6208c0ca1f40125aee3feeb" ns2:_="">
    <xsd:import namespace="ba2972b8-b5ba-4e3a-b817-e1c0504226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972b8-b5ba-4e3a-b817-e1c050422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ABD395-F4E5-497B-A4CE-A10B2C85156A}"/>
</file>

<file path=customXml/itemProps2.xml><?xml version="1.0" encoding="utf-8"?>
<ds:datastoreItem xmlns:ds="http://schemas.openxmlformats.org/officeDocument/2006/customXml" ds:itemID="{F4AD4B12-3C1C-4B17-B96E-6905EA1FEBCE}"/>
</file>

<file path=customXml/itemProps3.xml><?xml version="1.0" encoding="utf-8"?>
<ds:datastoreItem xmlns:ds="http://schemas.openxmlformats.org/officeDocument/2006/customXml" ds:itemID="{393560A4-C99D-4C13-92FB-C180924A89E6}"/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1641</Words>
  <Application>Microsoft Office PowerPoint</Application>
  <PresentationFormat>On-screen Show (4:3)</PresentationFormat>
  <Paragraphs>186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Teacher</dc:creator>
  <cp:keywords/>
  <dc:description>generated using python-pptx</dc:description>
  <cp:lastModifiedBy>Saikat Baul</cp:lastModifiedBy>
  <cp:revision>144</cp:revision>
  <dcterms:created xsi:type="dcterms:W3CDTF">2013-01-27T09:14:16Z</dcterms:created>
  <dcterms:modified xsi:type="dcterms:W3CDTF">2025-10-19T11:02:30Z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0x010100299E5A6124B89544BE241051D903E6FA</vt:lpwstr>
  </property>
</Properties>
</file>